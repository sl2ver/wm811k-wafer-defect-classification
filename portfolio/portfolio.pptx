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  |  개인 프로젝트  |  2026. 9.</a:t>
            </a:r>
            <a:endParaRPr lang="ko-KR" sz="1400" dirty="0"/>
          </a:p>
        </p:txBody>
      </p:sp>
      <p:pic>
        <p:nvPicPr>
          <p:cNvPr id="5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3192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 Code에 구현과 실험을 맡기고 평가 방식과 판단·검증은 제가 맡아,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학습에 쓰지 않은 lot에서 macro-F1 0.909를 확인했습니다.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8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2578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기간·형태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2026년 9월, 개인 프로젝트(1인)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활용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구현·실험·문헌 조사: Claude Code / 문제 정의·평가 설계·판단·검증: 본인.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검증 에이전트 45개(워크플로 10회), 체크포인트 6개에서 판단 13건,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 15건 기록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lot에서의 성능을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 모든 패턴 recall 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3.12, PyTorch 2.7(CUDA 11.8),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1.9.1, Streamlit, Quadro P2000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9" name="Shape 6"/>
          <p:cNvSpPr/>
          <p:nvPr/>
        </p:nvSpPr>
        <p:spPr>
          <a:xfrm>
            <a:off x="7406640" y="251460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251460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탐색과 누수 확인</a:t>
            </a:r>
            <a:endParaRPr lang="ko-KR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44200" y="251460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2" name="Shape 9"/>
          <p:cNvSpPr/>
          <p:nvPr/>
        </p:nvSpPr>
        <p:spPr>
          <a:xfrm>
            <a:off x="7406640" y="302666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02666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설계: lot 단위 분할, 성공 기준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744200" y="302666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7406640" y="3538728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3800" y="353872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744200" y="3538728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8" name="Shape 15"/>
          <p:cNvSpPr/>
          <p:nvPr/>
        </p:nvSpPr>
        <p:spPr>
          <a:xfrm>
            <a:off x="7406640" y="4050792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405079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다섯 가지와 오류 수정</a:t>
            </a:r>
            <a:endParaRPr lang="ko-KR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744200" y="4050792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21" name="Shape 18"/>
          <p:cNvSpPr/>
          <p:nvPr/>
        </p:nvSpPr>
        <p:spPr>
          <a:xfrm>
            <a:off x="7406640" y="4562856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456285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방식: 지시와 역할</a:t>
            </a:r>
            <a:endParaRPr lang="ko-KR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744200" y="4562856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4" name="Shape 21"/>
          <p:cNvSpPr/>
          <p:nvPr/>
        </p:nvSpPr>
        <p:spPr>
          <a:xfrm>
            <a:off x="7406640" y="507492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43800" y="50749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방식: 검증과 오류 적발</a:t>
            </a:r>
            <a:endParaRPr lang="ko-KR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507492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7" name="Shape 24"/>
          <p:cNvSpPr/>
          <p:nvPr/>
        </p:nvSpPr>
        <p:spPr>
          <a:xfrm>
            <a:off x="7406640" y="558698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43800" y="558698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744200" y="558698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8쪽</a:t>
            </a:r>
            <a:endParaRPr lang="ko-KR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440680"/>
          <a:ext cx="6400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0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공정 조건으로 함께 처리한 웨이퍼 묶음(최대 25장).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lot의 맵은 서로 닮아서 분할의 기본 단위로 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9종 F1의 단순 평균. 85%를 차지하는 none에 점수가 치우치지 않음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recall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그 패턴인 웨이퍼 중 맞힌 비율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 에이전트 10개의 탐색으로 이상점 17개를 받았고, 그중 '같은 웨이퍼의 복사본이 학습과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평가에 섞인다'를 핵심 문제로 정해 lot과 복사본을 한 묶음으로 나누는 규칙을 세웠습니다.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scripts/explore_data.py, scripts/make_splits.py →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6052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맵에 다른 라벨이 붙은 쌍 14개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재검사로 생긴 거의 같은 맵이 양쪽에 남음.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Center 패턴은 test의 40.7%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복사본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복사본도 있어 8가지 변환을 모두 비교해서 묶음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55778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4348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있는 172,950장 사용.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 85.2%, Near-full 149장(0.09%)으로 불균형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lot과 10픽셀 이내 복사본(반전·회전 포함)을 한 묶음으로 나눔.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학습:검증:테스트 = 70:15:15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macro-F1 0.80 이상, 모든 패턴 recall 0.50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초과. 95% 신뢰구간 병기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32120"/>
            <a:ext cx="5577840" cy="749808"/>
          </a:xfrm>
          <a:prstGeom prst="roundRect">
            <a:avLst>
              <a:gd name="adj" fmla="val 609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586984"/>
          <a:ext cx="535838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44398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탐색·정제·분할 스크립트 3개 구현, 이상점 탐색 에이전트 10개 병렬 실행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규칙, 분할 방식, 성공 기준 결정(판단 지점 6·7).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 638,507장 제외 결정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2651760"/>
          </a:xfrm>
          <a:prstGeom prst="rect">
            <a:avLst/>
          </a:prstGeom>
        </p:spPr>
      </p:pic>
      <p:pic>
        <p:nvPicPr>
          <p:cNvPr id="14" name="Image 1" descr="fig/p3_pai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892040"/>
            <a:ext cx="5120640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베이스라인과 CNN 구현은 AI에 맡기고, 개선 방향(맵을 직접 보는 소형 CNN + val 보정)과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채택 기준은 제가 정했습니다. 같은 test 25,444장에서 macro-F1 0.843 → 0.909.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scripts/baseline.py, train_cnn.py, evaluate_cnn.py →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8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74520"/>
                <a:gridCol w="1143000"/>
              </a:tblGrid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베이스라인: 특징 23개 + 랜덤 포레스트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84448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64×64로 축소. 축소할 때 블록 최대값을 써서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1다이 폭 Scratch를 남김. 반전·회전 8종 증강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합성곱 블록 4개, 파라미터 58만, CE 20 epoch(GPU 40분).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패턴별 점수 보정값은 val에서만 정함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 없던 시도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class-weighted CE: macro-F1 0.825,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 오탐 증가 → 미채택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엔지니어가 어떤 웨이퍼를 먼저 볼지 정하는 1차 분류 보조.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폐기 판정에는 부적합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468112"/>
            <a:ext cx="5669280" cy="868680"/>
          </a:xfrm>
          <a:prstGeom prst="roundRect">
            <a:avLst>
              <a:gd name="adj" fmla="val 5263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522976"/>
          <a:ext cx="544982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3542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23개·랜덤 포레스트·CNN 구현, 학습 5회(CE,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CE, 셔플 라벨, 무작위 분할, 재학습)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방향과 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폐기와 val 보정 채택(판단 지점 10)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점수가 예상보다 높게 나오자 검증 에이전트 4개를 병렬로 돌리고 개입 실험을 시켰습니다.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과정에서 분할 절차의 오류 하나를 잡아 고쳤습니다.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scripts/compare_reproduction.py, LOG.md 오류 기록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8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606040"/>
                <a:gridCol w="210312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같은 CNN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 (우연 수준)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분할, 같은 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0.909, 차이 없음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25×27 제품 외곽선을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제품 것으로 교체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이상 유지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96장을 라벨 가린 채 독립 판정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애매 46% / 모델 오류 27% /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 27%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 clone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README 순서로 재실행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 8분,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항목 10개 일치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29200"/>
            <a:ext cx="5943600" cy="658368"/>
          </a:xfrm>
          <a:prstGeom prst="roundRect">
            <a:avLst>
              <a:gd name="adj" fmla="val 6944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084064"/>
          <a:ext cx="57241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80974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 4개 병렬 실행, 개입 실험·재현 비교 스크립트 구현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판정, 절차 수정 후 전부 재학습 결정(판단 지점 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 범위 결정(판단 지점 11·12)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03120"/>
            <a:ext cx="4361688" cy="23774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4828032"/>
          <a:ext cx="4754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StratifiedGroupKFold(scikit-learn 1.9.1)가 크고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치우친 그룹을 seed와 무관하게 같은 fold에 배정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맞히기 쉬운 Loc 웨이퍼 132장이 항상 test에 들어감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점수가 이유 없이 오름 → seed 10개로 다시 나눠 Loc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recall 최대 15%p 차이 확인 → lot 묶음 하나를 test에서 빼 보는 실험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배정을 seed로 무작위 치환하고 모든 모델 재학습(0.893 → 0.909).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직후 겹침과 lot 묶음 비중을 검사하는 단계 추가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 ①  지시와 역할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지시문에 AI가 할 일과 멈출 지점, 수치와 오류의 기록 규칙을 정해 두고,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체크포인트 6개에서 판단 13건을 내렸습니다.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docs/wafer_project_prompt.md(첫 지시문 원문), LOG.md 지시 원문·판단 지점 1~13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지시문에서 정한 규칙 (원문)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486400" cy="2423160"/>
          </a:xfrm>
          <a:prstGeom prst="roundRect">
            <a:avLst>
              <a:gd name="adj" fmla="val 188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42032"/>
            <a:ext cx="52120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“판단이 필요한 지점에서는 멈추고 나에게 묻는다. 선택지 2~3개와 각각의 장단점을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제시하고, 추천이 있으면 이유와 함께 밝힌다. 조용히 하나를 골라 진행하지 않는다.”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지시가 틀렸다고 생각하면 반대 의견임을 명시하고 근거를 댄다.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따르지 않는다.”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“숫자는 실행 결과에서만 가져온다. 추정치를 결과처럼 쓰지 않는다.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적을 때는 어떤 스크립트·어떤 설정에서 나온 값인지 함께 적는다.”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“오류 기록: 네 코드나 판단이 틀렸던 경우,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누가(나/너) 어떻게 발견했고 무엇을 바꿨는지. 틀린 것을 숨기지 말고 반드시 남긴다.”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“각 체크포인트(★)에서는 반드시 멈추고 나에게 보고한 뒤 지시를 기다린다.”</a:t>
            </a:r>
            <a:endParaRPr lang="ko-KR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983480"/>
          <a:ext cx="54864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417320"/>
                <a:gridCol w="2834640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638,507장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불량 0개 맵이 5.8만 장 등 분포가 다르고,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평가 맵의 복사본 5,408장이 섞여 있음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오류 대응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닮은 맵 묶음 규칙은 유지하고 fold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배정만 무작위로. 이전 결과는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'편향된 분할'로 표시해 남김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흐름</a:t>
            </a:r>
            <a:endParaRPr lang="ko-KR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423160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37960" y="242316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성공 기준 · 지시문 작성</a:t>
            </a:r>
            <a:endParaRPr lang="ko-KR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837676" y="276148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6" name="Shape 13"/>
          <p:cNvSpPr/>
          <p:nvPr/>
        </p:nvSpPr>
        <p:spPr>
          <a:xfrm>
            <a:off x="6400800" y="2898648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2898648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· 실험 · 선택지와 근거 제시</a:t>
            </a:r>
            <a:endParaRPr lang="ko-KR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837676" y="323697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9" name="Shape 16"/>
          <p:cNvSpPr/>
          <p:nvPr/>
        </p:nvSpPr>
        <p:spPr>
          <a:xfrm>
            <a:off x="6400800" y="3374136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37960" y="3374136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에이전트 (별도 세션)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재계산 · 반박 · 개입 실험</a:t>
            </a:r>
            <a:endParaRPr lang="ko-KR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837676" y="371246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22" name="Shape 19"/>
          <p:cNvSpPr/>
          <p:nvPr/>
        </p:nvSpPr>
        <p:spPr>
          <a:xfrm>
            <a:off x="6400800" y="3849624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37960" y="3849624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체크포인트에서 판단 · 채택/폐기 · 기록</a:t>
            </a:r>
            <a:endParaRPr lang="ko-KR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4315968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 6개 · 판단 13건 · 검증 워크플로 10회(에이전트 45개) · 오류 15건 · 작업 시간 7시간 40분</a:t>
            </a:r>
            <a:endParaRPr lang="ko-KR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90288"/>
          <a:ext cx="5148072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542032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3에서 AI가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보고한 개선 방향 후보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결정 (판단 지점 8)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소형 CNN: 맵을 격자로 맞추고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회전·반전 증강. 약한 패턴은 모양·위치가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핵심인데 손으로 만든 특징은 이를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뭉갬(덩어리 특징만 빼도 0.81 → 0.68).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특징 강화 + 부스팅: 직선·국부 덩어리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추가. 가볍지만 개선 폭 제한. ③ 사후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임계값 보정: val에서 패턴별 가중 조정.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빠르지만 드문 패턴은 val 과적합 위험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①+③ 조합. 가중 없는 CE와 weighted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CE를 같은 test에서 비교하고, 보정값은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val에서만 정함. 비교 기준은 test 최고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베이스라인(더 엄격한 쪽). 입력은 비등방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64×64 불량 보존 축소. 결과: weighted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CE는 0.825로 폐기, 보정 채택으로 0.909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 ②  검증과 오류 적발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구현한 AI와 별개의 검증 에이전트 45개를 10회 돌려 AI가 낸 오류 15건 중 7건을 잡았고,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8건은 실행 전 검토와 커밋 전 대조 규칙에서 나왔습니다.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오류 기록 E1~E15와 각 워크플로 결과 항목(15:11, 15:57, 16:55, 17:02, 17:39, 18:33, 20:57, 21:18, 23:0x, 00:03)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오류를 잡은 사례</a:t>
            </a:r>
            <a:endParaRPr lang="ko-KR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155448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어떻게 드러났나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 잘못된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가설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세운 가설(라벨이 다른 재검사 쌍의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역누수)을 AI가 짠 진단 스크립트가 반증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가설 철회, 원인 조사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워크플로로 전환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 분할 절차 오류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scikit-learn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소스와 개입 실험으로 확인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모델 재학습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 확률 열 버그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예측 파일로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 결과를 재현하다 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로직 수정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재평가, 지표 변화 없음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44348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반려</a:t>
            </a:r>
            <a:endParaRPr lang="ko-KR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27448"/>
          <a:ext cx="5577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문구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쓴 티: 한다체 설명문,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이모지, 내부 실행 이름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수율 도구·ML 리포트·UX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라이팅 관례 조사 후 재작성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포트폴리오 1차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과밀, 반말 서술 제목,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쪽별 주장 파악 안 됨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국내 덱 6건 조사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8쪽으로 재구성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검증·조사 워크플로 10회 (에이전트 45개)</a:t>
            </a:r>
            <a:endParaRPr lang="ko-KR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395728"/>
          <a:ext cx="51480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2633472"/>
              </a:tblGrid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일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확보·문헌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조사 5 + 반박 검증 5. 오류 E1~E4 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이상점 탐색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 4 + 검증. 부분 정정 7건(E7)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베이스라인·분할 재계산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재계산, 독립 재구현, 코드 감사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 recall 원인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추적·구성 점검·반박 → E11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CNN 검증 2회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재계산, 짝비교,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지름길, 이중맹검 → E13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문체·포트폴리오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문구 4, 포트폴리오 3 + 3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029200"/>
          <a:ext cx="51480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33672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구현한 에이전트와 검증하는 에이전트를 분리. 검증 쪽에는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코드 대신 데이터와 결과 파일만 주고 다시 계산하게 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8건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전 자체 검토, 그림·표를 직접 열어 확인, 커밋 전 grep 대조,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내보내기 후 pdffonts 점검에서 발견(E5·E6·E8·E9·E12·E14·E15)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결과는 같은 제품의 새 lot에 대한 1차 분류 보조 수준입니다.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수율 개선이나 공정 원인 규명 효과는 주장하지 않습니다.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 0.843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recall이 12%p 달라짐.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고르기 전에 평가 방식부터 확인해야 함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분할의 결과.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 10개로 나눠 평균하면 약 0.01 낮음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5-fold로 전체 평가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확보 전까지 수치 유보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맵 다른 라벨 14쌍,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6~10다이 짧은 Scratch 약점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기준 재정의, 고해상도 입력</a:t>
            </a:r>
            <a:endParaRPr lang="ko-KR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스크립트 실행 결과에서만 옮긴다.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추정치는 쓰지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점수가 갑자기 오르면 원인을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 전까지 채택하지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데이터를 받으면 모델을 만들기 전에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방식과 라벨 품질부터 검사한다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Windows 11, Python 3.12.6, torch 2.7.1+cu118, scikit-learn 1.9.1, Quadro P2000. 시드 0 고정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 (데이터 다운로드 → 분할 → 베이스라인 → CNN → 평가, 약 4~5시간). 결과 outputs/*.json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github.com/sl2ver/wm811k-wafer-defect-classification (MIT).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PLAN.md 계획·변경 이력 / LOG.md 지시 원문·판단 13건·오류 15건 / RESULT.md 수치·버린 것 9·한계 9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2026-09-27T16:41:12Z</dcterms:created>
  <dcterms:modified xsi:type="dcterms:W3CDTF">2026-09-27T16:41:12Z</dcterms:modified>
</cp:coreProperties>
</file>